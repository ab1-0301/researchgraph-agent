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ResearchGraph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66F1"/>
                </a:solidFill>
              </a:defRPr>
            </a:pPr>
            <a:r>
              <a:t>AI 研究笔记图谱智能体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面向海外学生和研究者的智能学习助手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108960"/>
            <a:ext cx="2103120" cy="381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GMI Cloud × DeepSeek-V4-Pro ｜ 全栈自研 Agent 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🖥️ 产品界面总览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7744" y="786384"/>
            <a:ext cx="5742432" cy="2633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homepage-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</a:defRPr>
            </a:pPr>
            <a:r>
              <a:t>📄 首页 — 文本输入与文件上传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" y="3621024"/>
            <a:ext cx="5742432" cy="2633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research-learning-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566928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45643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</a:defRPr>
            </a:pPr>
            <a:r>
              <a:t>📊 知识图谱 — 交互式可视化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已实现完整功能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🔁 五阶段 Agent 工作流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Ingest → Reason → Act → Study → Review</a:t>
            </a:r>
            <a:br/>
            <a:r>
              <a:t>ToolRegistry + ExecutionEngine 工具链编排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188720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188720"/>
            <a:ext cx="50800" cy="1188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🧠 GMI AI 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691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DeepSeek-V4-Pro 概念提取 / 报告生成 / 追问 / 加深分析</a:t>
            </a:r>
            <a:br/>
            <a:r>
              <a:t>response_format 结构化 JSON 输出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514600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514600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📊 知识图谱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Cytoscape.js 交互式图谱</a:t>
            </a:r>
            <a:br/>
            <a:r>
              <a:t>按掌握度着色（绿/黄/红）</a:t>
            </a:r>
            <a:br/>
            <a:r>
              <a:t>双击跳转复习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14600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514600"/>
            <a:ext cx="50800" cy="1188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✏️ 交互式自测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0175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选择题 + 判断题</a:t>
            </a:r>
            <a:br/>
            <a:r>
              <a:t>实时计分反馈</a:t>
            </a:r>
            <a:br/>
            <a:r>
              <a:t>答错自动生成 Anki 卡片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840480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840480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🃏 Anki 间隔复习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3434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SM-2 算法调度</a:t>
            </a:r>
            <a:br/>
            <a:r>
              <a:t>翻卡评分 (1-5)</a:t>
            </a:r>
            <a:br/>
            <a:r>
              <a:t>知识树可视化</a:t>
            </a:r>
            <a:br/>
            <a:r>
              <a:t>复习统计追踪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3840480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3840480"/>
            <a:ext cx="50800" cy="1188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🔄 加深分析循环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3434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评分 &lt; 3 自动 AI 加深</a:t>
            </a:r>
            <a:br/>
            <a:r>
              <a:t>生成子概念/类比/辨析</a:t>
            </a:r>
            <a:br/>
            <a:r>
              <a:t>多层递进 (Layer 0→1→2)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166359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5166359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303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📚 多材料管理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6692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侧边栏分析历史</a:t>
            </a:r>
            <a:br/>
            <a:r>
              <a:t>一键切换/删除</a:t>
            </a:r>
            <a:br/>
            <a:r>
              <a:t>每份材料独立 Anki 卡片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5166359"/>
            <a:ext cx="2834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5166359"/>
            <a:ext cx="50800" cy="1188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5303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🎯 一键学习模式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56692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底部引导条自动串联</a:t>
            </a:r>
            <a:br/>
            <a:r>
              <a:t>报告→概念→自测→复习</a:t>
            </a:r>
            <a:br/>
            <a:r>
              <a:t>分析完成自动推进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📊 知识图谱 × 复习联动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7744" y="786384"/>
            <a:ext cx="6473952" cy="299923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research-learning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64008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</a:defRPr>
            </a:pPr>
            <a:r>
              <a:t>📊 知识图谱 — 节点按类别着色，支持拖拽/缩放/点击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" y="3986784"/>
            <a:ext cx="6473952" cy="2633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agent-report-summ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64008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794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</a:defRPr>
            </a:pPr>
            <a:r>
              <a:t>📋 Agent 分析报告 — Summary / Insights / Gaps /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822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🔗 图谱与复习深度联动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188720"/>
            <a:ext cx="4846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1188720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325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🟢 掌握度着色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6916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图谱节点颜色随 Anki 掌握度变化</a:t>
            </a:r>
            <a:br/>
            <a:r>
              <a:t>🟢 已掌握  🟡 复习中  🔴 薄弱</a:t>
            </a:r>
            <a:br/>
            <a:r>
              <a:t>一目了然看出薄弱环节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514600"/>
            <a:ext cx="4846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514600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651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🖱️ 双击跳转复习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01752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双击知识图谱节点</a:t>
            </a:r>
            <a:br/>
            <a:r>
              <a:t>→ 跳转该概念的 Review 知识树</a:t>
            </a:r>
            <a:br/>
            <a:r>
              <a:t>→ 查看所有相关卡片和掌握度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840480"/>
            <a:ext cx="4846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3840480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🃏 双击即生成卡片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34340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双击尚无卡片的概念节点</a:t>
            </a:r>
            <a:br/>
            <a:r>
              <a:t>→ 自动生成一张抽认卡</a:t>
            </a:r>
            <a:br/>
            <a:r>
              <a:t>→ 进入复习队列今日复习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5166359"/>
            <a:ext cx="4846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5166359"/>
            <a:ext cx="508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530351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📈 统计面板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669279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Review 统计面板展示</a:t>
            </a:r>
            <a:br/>
            <a:r>
              <a:t>连续复习天数 / 各层掌握率</a:t>
            </a:r>
            <a:br/>
            <a:r>
              <a:t>今日待复习 / 加深分析次数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📘 Study 学习面板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分析完成后进入学习阶段：概念速览 → 关系串联 → 自测练习 → 学习目标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8346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0800" cy="3200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📖 概念速览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按重要性排序的概念卡片</a:t>
            </a:r>
            <a:br/>
            <a:r>
              <a:t>定义 + 重要性星级</a:t>
            </a:r>
            <a:br/>
            <a:r>
              <a:t>分类标签过滤</a:t>
            </a:r>
            <a:br/>
            <a:r>
              <a:t>一目了然扫完全部概念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97280"/>
            <a:ext cx="28346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097280"/>
            <a:ext cx="50800" cy="3200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🔗 关系串联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概念间关系链展示</a:t>
            </a:r>
            <a:br/>
            <a:r>
              <a:t>"概念A → 关系 → 概念B"</a:t>
            </a:r>
            <a:br/>
            <a:r>
              <a:t>知识叙事化串联</a:t>
            </a:r>
            <a:br/>
            <a:r>
              <a:t>理解逻辑结构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8346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0800" cy="3200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✏️ 自测练习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选择题 + 判断题交互</a:t>
            </a:r>
            <a:br/>
            <a:r>
              <a:t>实时计分与正确/错误反馈</a:t>
            </a:r>
            <a:br/>
            <a:r>
              <a:t>答错 → 自动生成 Anki 卡片</a:t>
            </a:r>
            <a:br/>
            <a:r>
              <a:t>薄弱概念追踪统计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097280"/>
            <a:ext cx="28346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1097280"/>
            <a:ext cx="50800" cy="3200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🎯 学习目标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600200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基于知识缺口的目标清单</a:t>
            </a:r>
            <a:br/>
            <a:r>
              <a:t>可勾选进度追踪</a:t>
            </a:r>
            <a:br/>
            <a:r>
              <a:t>进度条可视化</a:t>
            </a:r>
            <a:br/>
            <a:r>
              <a:t>localStorage 持久化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⚡ 自测流程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93776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937760"/>
            <a:ext cx="50800" cy="1645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1️⃣ 生成题目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分析数据自动生成</a:t>
            </a:r>
            <a:br/>
            <a:r>
              <a:t>选择题 + 判断题</a:t>
            </a:r>
            <a:br/>
            <a:r>
              <a:t>覆盖概念/关系/缺口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93776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4937760"/>
            <a:ext cx="50800" cy="16459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5074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2️⃣ 用户作答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44068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点击选项选择答案</a:t>
            </a:r>
            <a:br/>
            <a:r>
              <a:t>实时判定对错</a:t>
            </a:r>
            <a:br/>
            <a:r>
              <a:t>绿色/红色反馈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493776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4937760"/>
            <a:ext cx="50800" cy="1645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5074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3️⃣ 错题→Anki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44068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答错的题自动创建</a:t>
            </a:r>
            <a:br/>
            <a:r>
              <a:t>一张抽认卡</a:t>
            </a:r>
            <a:br/>
            <a:r>
              <a:t>nextReviewDate=今天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493776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0" y="4937760"/>
            <a:ext cx="50800" cy="16459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5074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4️⃣ 成绩+薄弱点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44068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显示得分 X/Y</a:t>
            </a:r>
            <a:br/>
            <a:r>
              <a:t>薄弱概念列表</a:t>
            </a:r>
            <a:br/>
            <a:r>
              <a:t>"去复习"一键跳转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4937760"/>
            <a:ext cx="18288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9840" y="4937760"/>
            <a:ext cx="50800" cy="16459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5074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5️⃣ 复习巩固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544068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Review 面板翻卡</a:t>
            </a:r>
            <a:br/>
            <a:r>
              <a:t>SM-2 调度</a:t>
            </a:r>
            <a:br/>
            <a:r>
              <a:t>巩固薄弱概念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🃏 Review 复习面板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Anki SM-2 间隔重复引擎 · 翻卡复习 · 知识树 · 统计追踪 · 加深分析循环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8404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0800" cy="4114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🎴 复习模式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今日待复习卡片一键开始</a:t>
            </a:r>
            <a:br/>
            <a:r>
              <a:t>正面→思考→翻卡→评分 (0-5)</a:t>
            </a:r>
            <a:br/>
            <a:r>
              <a:t>SM-2 调度下次复习时间</a:t>
            </a:r>
            <a:br/>
            <a:r>
              <a:t>进度条 + 实时进度</a:t>
            </a:r>
            <a:br/>
            <a:br/>
            <a:r>
              <a:t>交互逻辑:</a:t>
            </a:r>
            <a:br/>
            <a:r>
              <a:t>点击"显示答案"翻卡</a:t>
            </a:r>
            <a:br/>
            <a:r>
              <a:t>1-5 按钮自评</a:t>
            </a:r>
            <a:br/>
            <a:r>
              <a:t>低分卡片 (&lt; 3) 自动触发加深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05840"/>
            <a:ext cx="38404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50800" cy="4114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🌳 知识树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50876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按概念分组的卡片知识树</a:t>
            </a:r>
            <a:br/>
            <a:r>
              <a:t>每张卡片显示:</a:t>
            </a:r>
            <a:br/>
            <a:r>
              <a:t>  • Layer 层级 (0/1/2)</a:t>
            </a:r>
            <a:br/>
            <a:r>
              <a:t>  • 掌握度圆点 (绿/黄/红)</a:t>
            </a:r>
            <a:br/>
            <a:r>
              <a:t>  • 间隔天数</a:t>
            </a:r>
            <a:br/>
            <a:br/>
            <a:r>
              <a:t>双击图谱节点直接跳转</a:t>
            </a:r>
            <a:br/>
            <a:r>
              <a:t>展示该概念所有相关卡片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05840"/>
            <a:ext cx="38404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50800" cy="41148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📊 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累计复习次数</a:t>
            </a:r>
            <a:br/>
            <a:r>
              <a:t>连续复习天数</a:t>
            </a:r>
            <a:br/>
            <a:r>
              <a:t>今日待复习卡片数</a:t>
            </a:r>
            <a:br/>
            <a:r>
              <a:t>总卡片数</a:t>
            </a:r>
            <a:br/>
            <a:r>
              <a:t>加深分析次数</a:t>
            </a:r>
            <a:br/>
            <a:br/>
            <a:r>
              <a:t>各层掌握率:</a:t>
            </a:r>
            <a:br/>
            <a:r>
              <a:t>Layer 0 (初次) / 1 (加深) / 2 (二次加深)</a:t>
            </a:r>
            <a:br/>
            <a:r>
              <a:t>百分比进度条可视化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🔄 完整数据流：分析 → 卡片 → 复习 → 加深 → 新卡片 → 再复习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760720"/>
            <a:ext cx="11430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760720"/>
            <a:ext cx="50800" cy="7315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11064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每次复习都是一次诊断 —— 自评 &lt; 3 自动触发 AI 加深分析，生成子概念 / 类比 / 预修知识卡片，进入下一轮复习，形成螺旋式学习闭环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🎯 完整产品体验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8346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0800" cy="2926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🧭 学习路径引导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每个面板顶部智能引导条</a:t>
            </a:r>
            <a:br/>
            <a:r>
              <a:t>"下一步"建议自动判断状态</a:t>
            </a:r>
            <a:br/>
            <a:r>
              <a:t>分析完成→做自测→去复习</a:t>
            </a:r>
            <a:br/>
            <a:r>
              <a:t>一键跳转不迷路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914400"/>
            <a:ext cx="28346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914400"/>
            <a:ext cx="50800" cy="2926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051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📚 分析历史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侧边栏 History 区域</a:t>
            </a:r>
            <a:br/>
            <a:r>
              <a:t>自动保存最近 10 次分析</a:t>
            </a:r>
            <a:br/>
            <a:r>
              <a:t>点击切换恢复完整状态</a:t>
            </a:r>
            <a:br/>
            <a:r>
              <a:t>每份材料独立 Anki 卡片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14400"/>
            <a:ext cx="28346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50800" cy="2926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51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🎯 一键学习模式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侧边栏 Start Learning 按钮</a:t>
            </a:r>
            <a:br/>
            <a:r>
              <a:t>底部引导条自动串联流程</a:t>
            </a:r>
            <a:br/>
            <a:r>
              <a:t>报告→概念→自测→复习</a:t>
            </a:r>
            <a:br/>
            <a:r>
              <a:t>分析完成自动跳转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914400"/>
            <a:ext cx="28346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20" y="914400"/>
            <a:ext cx="50800" cy="2926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051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⚡ GMI DeepSeek-V4-Pro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41732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概念提取 / 报告生成</a:t>
            </a:r>
            <a:br/>
            <a:r>
              <a:t>多轮追问 / 加深分析</a:t>
            </a:r>
            <a:br/>
            <a:r>
              <a:t>json_object 结构化输出</a:t>
            </a:r>
            <a:br/>
            <a:r>
              <a:t>降级策略保障可用性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⚙️ 当前运行配置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480560"/>
            <a:ext cx="3749039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AI 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83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GMI Cloud Inference Engine</a:t>
            </a:r>
            <a:br/>
            <a:r>
              <a:t>DeepSeek-V4-Pro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480560"/>
            <a:ext cx="3749039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48056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6177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API 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983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已配置（tokenHint: EyvEQM7Q）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480560"/>
            <a:ext cx="3749039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448056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6177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后端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983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Node.js + Express (localhost:3000)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532120"/>
            <a:ext cx="3749039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53212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66928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前端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350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SPA · Tailwind CSS · Cytoscape.js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5532120"/>
            <a:ext cx="3749039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40" y="553212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66928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存储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60350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localStorage（卡片/历史/复习记录）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532120"/>
            <a:ext cx="3749039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553212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566928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60350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github.com/ab1-0301/researchgraph-agent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🔁 Agent 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Ingest → Reason → Act → Study → Review 五阶段流水线 + 加深分析循环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1945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0800" cy="2926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📥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PDF / DOCX / PPTX</a:t>
            </a:r>
            <a:br/>
            <a:r>
              <a:t>TXT / MD / PNG/JPG</a:t>
            </a:r>
            <a:br/>
            <a:r>
              <a:t>直接粘贴文本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371600"/>
            <a:ext cx="21945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50800" cy="2926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🧠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7452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GMI DeepSeek-V4-Pro</a:t>
            </a:r>
            <a:br/>
            <a:r>
              <a:t>提取 5-15 核心概念</a:t>
            </a:r>
            <a:br/>
            <a:r>
              <a:t>识别概念关系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945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50800" cy="29260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📊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7452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知识图谱可视化</a:t>
            </a:r>
            <a:br/>
            <a:r>
              <a:t>Agent 分析报告</a:t>
            </a:r>
            <a:br/>
            <a:r>
              <a:t>JSON/PNG/MD导出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371600"/>
            <a:ext cx="21945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371600"/>
            <a:ext cx="50800" cy="2926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📘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87452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概念速览 / 关系串联</a:t>
            </a:r>
            <a:br/>
            <a:r>
              <a:t>交互式自测练习</a:t>
            </a:r>
            <a:br/>
            <a:r>
              <a:t>学习目标追踪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371600"/>
            <a:ext cx="21945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371600"/>
            <a:ext cx="50800" cy="2926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🃏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87452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Anki SM-2 间隔重复</a:t>
            </a:r>
            <a:br/>
            <a:r>
              <a:t>多层加深分析循环</a:t>
            </a:r>
            <a:br/>
            <a:r>
              <a:t>错题自动生成卡片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855F7"/>
                </a:solidFill>
              </a:defRPr>
            </a:pPr>
            <a:r>
              <a:t>评分 &lt; 3  →  Deep Dive 加深分析（子概念 · 类比 · 预修知识 · 对比辨析）→ 新卡片入队列 → 再复习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480560"/>
            <a:ext cx="4846320" cy="254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0" y="5029200"/>
            <a:ext cx="4846320" cy="254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⚡ GMI Cloud 接入说明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800" cy="1645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API 调用场景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① /api/extract — 分析文本，提取概念 + 关系 + 报告</a:t>
            </a:r>
            <a:br/>
            <a:r>
              <a:t>② /api/chat — 多轮追问</a:t>
            </a:r>
            <a:br/>
            <a:r>
              <a:t>③ /api/deepdive — 加深分析（子概念/类比/辨析）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0800" cy="1645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模型与参数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模型: deepseek-ai/DeepSeek-V4-Pro</a:t>
            </a:r>
            <a:br/>
            <a:r>
              <a:t>温度: 0.3 ｜ 输出格式: JSON</a:t>
            </a:r>
            <a:br/>
            <a:r>
              <a:t>最大输入: 8000 字符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5486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0800" cy="1645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工具链编排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ToolRegistry 统一注册</a:t>
            </a:r>
            <a:br/>
            <a:r>
              <a:t>ExecutionEngine 异步流水线</a:t>
            </a:r>
            <a:br/>
            <a:r>
              <a:t>重试策略: 指数退避 2 次重试</a:t>
            </a:r>
            <a:br/>
            <a:r>
              <a:t>降级策略: GMI 不可用→本地规则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486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0800" cy="1645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调用链路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2044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用户 → 前端 → Node.js 后端 → GMI Cloud API</a:t>
            </a:r>
            <a:br/>
            <a:r>
              <a:t>→ DeepSeek-V4-Pro 推理 → 结构化 JSON</a:t>
            </a:r>
            <a:br/>
            <a:r>
              <a:t>→ 概念/关系/报告 → 图谱渲染 + Anki 卡片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✅ 已配置 GMI_API_KEY，所有分析走真实 DeepSeek-V4-Pro 模型推理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" y="5449824"/>
            <a:ext cx="2816352" cy="117043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9-api-pro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0"/>
            <a:ext cx="2743200" cy="10972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4320" y="53218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</a:defRPr>
            </a:pPr>
            <a:r>
              <a:t>① 后端配置状态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5449824"/>
            <a:ext cx="2816352" cy="117043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0-gmi-api-success-agent-report-summ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486400"/>
            <a:ext cx="2743200" cy="1097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00400" y="53218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</a:defRPr>
            </a:pPr>
            <a:r>
              <a:t>② AI 报告结果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5449824"/>
            <a:ext cx="2816352" cy="117043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3-gmi-api-success-over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486400"/>
            <a:ext cx="2743200" cy="10972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26480" y="53218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</a:defRPr>
            </a:pPr>
            <a:r>
              <a:t>③ 概念提取总览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✨ 创新与差异化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840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0800" cy="5029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螺旋式学习闭环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474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传统分析工具止步于 "生成报告"，ResearchGraph Agent 将"分析→学习→复习→加深"串成完整闭环。</a:t>
            </a:r>
            <a:br/>
            <a:br/>
            <a:r>
              <a:t>每次 Review 评分都是一次诊断——低分自动触发 AI 加深分析，生成更细粒度的子概念和类比，直到用户真正掌握。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840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50800" cy="5029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自研学习引擎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474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嵌入 SM-2 间隔重复算法，自测错题自动进入 Anki 复习队列。</a:t>
            </a:r>
            <a:br/>
            <a:br/>
            <a:r>
              <a:t>知识图谱节点颜色随掌握度变化（绿=掌握/黄=复习中/红=薄弱），双击直接跳转复习。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840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50800" cy="5029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工程化降级策略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474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后端 GMI Cloud 不可用时自动降级为本地规则，前端仍可展示所有功能。</a:t>
            </a:r>
            <a:br/>
            <a:br/>
            <a:r>
              <a:t>ToolRegistry 统一管理工具调用，ExecutionEngine 提供重试、状态查询、日志追溯。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🎬 Demo 演示流程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8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45920"/>
            <a:ext cx="25400" cy="32004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122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上传论文 / 粘贴文本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支持 PDF/DOCX/PPTX/图片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71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68880"/>
            <a:ext cx="25400" cy="32004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945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点击 Run Agent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GMI Cloud DeepSeek-V4-Pro 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94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291840"/>
            <a:ext cx="25400" cy="32004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76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查看知识图谱 + Agent 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概念着色、关系连线、报告解读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16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114800"/>
            <a:ext cx="25400" cy="32004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59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Study → 做自测题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选择题/判断题，错题自动生成卡片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9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937760"/>
            <a:ext cx="25400" cy="32004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41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Review → 复习抽认卡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翻卡 → 评分 → SM-2 调度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62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23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双击薄弱节点 → 加深分析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AI 生成子概念/类比 → 新卡片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1097280"/>
            <a:ext cx="4114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1097280"/>
            <a:ext cx="50800" cy="2286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12344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Demo 亮点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1600200"/>
            <a:ext cx="3749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• 一键 Demo 加载示例数据</a:t>
            </a:r>
            <a:br/>
            <a:r>
              <a:t>• 五阶段流程完整展示</a:t>
            </a:r>
            <a:br/>
            <a:r>
              <a:t>• 自测 + 复习联动演示</a:t>
            </a:r>
            <a:br/>
            <a:r>
              <a:t>• 知识图谱交互体验</a:t>
            </a:r>
            <a:br/>
            <a:r>
              <a:t>• 加深分析触发演示</a:t>
            </a:r>
            <a:br/>
            <a:r>
              <a:t>• 多材料切换演示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657600"/>
            <a:ext cx="4114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3657600"/>
            <a:ext cx="50800" cy="2286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7947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技术验证点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160520"/>
            <a:ext cx="3749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• GMI Cloud API 调用截图</a:t>
            </a:r>
            <a:br/>
            <a:r>
              <a:t>• 工具链编排链路展示</a:t>
            </a:r>
            <a:br/>
            <a:r>
              <a:t>• 降级策略演示</a:t>
            </a:r>
            <a:br/>
            <a:r>
              <a:t>• 本地存储持久化</a:t>
            </a:r>
            <a:br/>
            <a:r>
              <a:t>• 异步流水线进度查询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66F1"/>
                </a:solidFill>
              </a:defRPr>
            </a:pPr>
            <a:r>
              <a:t>ResearchGraph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github.com/ab1-0301/researchgraph-agent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